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9E1502-CBD5-7BA9-168A-664CF245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Understanding buying behavior of </a:t>
            </a:r>
            <a:r>
              <a:rPr lang="en-US" b="1" dirty="0" err="1">
                <a:solidFill>
                  <a:schemeClr val="bg1"/>
                </a:solidFill>
              </a:rPr>
              <a:t>nigerians</a:t>
            </a:r>
            <a:r>
              <a:rPr lang="en-US" b="1" dirty="0">
                <a:solidFill>
                  <a:schemeClr val="bg1"/>
                </a:solidFill>
              </a:rPr>
              <a:t> - 2025</a:t>
            </a:r>
            <a:endParaRPr lang="en-NG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4BDF22-7FD8-A75A-8AD9-5E05B52B9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Presented by: Team Intermediate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Date: Saturday, 8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November, 2025.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Time: 8:30pm WAT</a:t>
            </a:r>
          </a:p>
        </p:txBody>
      </p:sp>
    </p:spTree>
    <p:extLst>
      <p:ext uri="{BB962C8B-B14F-4D97-AF65-F5344CB8AC3E}">
        <p14:creationId xmlns:p14="http://schemas.microsoft.com/office/powerpoint/2010/main" val="2659566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BF91-1D02-F3B3-0E06-35D603D9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INTRODUCTION</a:t>
            </a:r>
            <a:endParaRPr lang="en-NG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CFB1F-794A-B8FE-6613-9D078E71C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</a:rPr>
              <a:t>This project analyzes buying behavior of Nigerians to understand their purchase decisions and key influencers.</a:t>
            </a:r>
            <a:endParaRPr lang="en-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969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88863-FE0D-78ED-59DE-CF023407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OBJECTIVES</a:t>
            </a:r>
            <a:endParaRPr lang="en-NG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0AE71-FEF4-213B-3C53-D08474047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 following are the objectives of this project:</a:t>
            </a:r>
          </a:p>
          <a:p>
            <a:r>
              <a:rPr lang="en-US" dirty="0">
                <a:solidFill>
                  <a:schemeClr val="bg1"/>
                </a:solidFill>
              </a:rPr>
              <a:t>Understand Nigerians’ shopping patterns</a:t>
            </a:r>
          </a:p>
          <a:p>
            <a:r>
              <a:rPr lang="en-US" dirty="0">
                <a:solidFill>
                  <a:schemeClr val="bg1"/>
                </a:solidFill>
              </a:rPr>
              <a:t>Identify </a:t>
            </a:r>
            <a:r>
              <a:rPr lang="en-US" dirty="0" err="1">
                <a:solidFill>
                  <a:schemeClr val="bg1"/>
                </a:solidFill>
              </a:rPr>
              <a:t>preffered</a:t>
            </a:r>
            <a:r>
              <a:rPr lang="en-US" dirty="0">
                <a:solidFill>
                  <a:schemeClr val="bg1"/>
                </a:solidFill>
              </a:rPr>
              <a:t> shopping platforms and payment methods</a:t>
            </a:r>
          </a:p>
          <a:p>
            <a:r>
              <a:rPr lang="en-US" dirty="0">
                <a:solidFill>
                  <a:schemeClr val="bg1"/>
                </a:solidFill>
              </a:rPr>
              <a:t>Examine key factors influencing buying decisions</a:t>
            </a:r>
          </a:p>
          <a:p>
            <a:r>
              <a:rPr lang="en-US" dirty="0">
                <a:solidFill>
                  <a:schemeClr val="bg1"/>
                </a:solidFill>
              </a:rPr>
              <a:t>Compare behavior across gender, age and income level</a:t>
            </a:r>
          </a:p>
        </p:txBody>
      </p:sp>
    </p:spTree>
    <p:extLst>
      <p:ext uri="{BB962C8B-B14F-4D97-AF65-F5344CB8AC3E}">
        <p14:creationId xmlns:p14="http://schemas.microsoft.com/office/powerpoint/2010/main" val="3736633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47CA-919B-F7D6-7154-4A8E6528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 COLLECTION</a:t>
            </a:r>
            <a:endParaRPr lang="en-NG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2840E-F7A8-90BC-A5D8-08D6806A3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Google forms was used to collect data from the field. A total of 100 respondents were gotten and the analysis was based on the data collected.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endParaRPr lang="en-NG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D36A8-7CDC-E9B2-1571-03712D082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45" y="3190739"/>
            <a:ext cx="5600113" cy="359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60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FBF1-64ED-A5C1-4C9C-2C8AFBE19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 CLEARNING AND PREPARATION</a:t>
            </a:r>
            <a:endParaRPr lang="en-NG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D29E7-EA4C-D924-6D1D-3B4F9221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Excel and Power BI were used in cleaning the collected data by:</a:t>
            </a:r>
          </a:p>
          <a:p>
            <a:r>
              <a:rPr lang="en-US" dirty="0">
                <a:solidFill>
                  <a:schemeClr val="bg1"/>
                </a:solidFill>
              </a:rPr>
              <a:t>Removing duplicates</a:t>
            </a:r>
          </a:p>
          <a:p>
            <a:r>
              <a:rPr lang="en-US" dirty="0">
                <a:solidFill>
                  <a:schemeClr val="bg1"/>
                </a:solidFill>
              </a:rPr>
              <a:t>Standardizing categories </a:t>
            </a:r>
          </a:p>
          <a:p>
            <a:r>
              <a:rPr lang="en-US" dirty="0">
                <a:solidFill>
                  <a:schemeClr val="bg1"/>
                </a:solidFill>
              </a:rPr>
              <a:t>Correcting spelling inconsistencies</a:t>
            </a:r>
          </a:p>
          <a:p>
            <a:r>
              <a:rPr lang="en-US" dirty="0">
                <a:solidFill>
                  <a:schemeClr val="bg1"/>
                </a:solidFill>
              </a:rPr>
              <a:t>Creating calculated measures in Power BI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66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12E2-9B12-0D96-36AB-4F33CE6EB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RESULTS &amp; KEY INSIGHTS</a:t>
            </a:r>
            <a:endParaRPr lang="en-NG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A0AB3-3390-0E5C-846F-C7E0C3BFD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9905998" cy="38840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Based on the analysis conducted, the following key results were observed:</a:t>
            </a:r>
          </a:p>
          <a:p>
            <a:r>
              <a:rPr lang="en-US" dirty="0">
                <a:solidFill>
                  <a:schemeClr val="bg1"/>
                </a:solidFill>
              </a:rPr>
              <a:t>Physical store/market is the most preferred shopping channel</a:t>
            </a:r>
          </a:p>
          <a:p>
            <a:r>
              <a:rPr lang="en-US" dirty="0">
                <a:solidFill>
                  <a:schemeClr val="bg1"/>
                </a:solidFill>
              </a:rPr>
              <a:t>Food is the most purchased product</a:t>
            </a:r>
          </a:p>
          <a:p>
            <a:r>
              <a:rPr lang="en-US" dirty="0">
                <a:solidFill>
                  <a:schemeClr val="bg1"/>
                </a:solidFill>
              </a:rPr>
              <a:t>Necessity is the top influencer of decision</a:t>
            </a:r>
          </a:p>
          <a:p>
            <a:r>
              <a:rPr lang="en-US" dirty="0">
                <a:solidFill>
                  <a:schemeClr val="bg1"/>
                </a:solidFill>
              </a:rPr>
              <a:t>Bank transfer is the most </a:t>
            </a:r>
            <a:r>
              <a:rPr lang="en-US" dirty="0" err="1">
                <a:solidFill>
                  <a:schemeClr val="bg1"/>
                </a:solidFill>
              </a:rPr>
              <a:t>preffered</a:t>
            </a:r>
            <a:r>
              <a:rPr lang="en-US" dirty="0">
                <a:solidFill>
                  <a:schemeClr val="bg1"/>
                </a:solidFill>
              </a:rPr>
              <a:t> payment method (70%+)</a:t>
            </a:r>
          </a:p>
          <a:p>
            <a:r>
              <a:rPr lang="en-US" dirty="0">
                <a:solidFill>
                  <a:schemeClr val="bg1"/>
                </a:solidFill>
              </a:rPr>
              <a:t>Female shop slightly more frequently than male</a:t>
            </a:r>
          </a:p>
          <a:p>
            <a:r>
              <a:rPr lang="en-US" dirty="0">
                <a:solidFill>
                  <a:schemeClr val="bg1"/>
                </a:solidFill>
              </a:rPr>
              <a:t>Higher income earners shop less often but spend more per purchase</a:t>
            </a:r>
          </a:p>
          <a:p>
            <a:endParaRPr lang="en-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738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EE5B7F-6AC6-F01D-E413-5681E7231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806" y="126610"/>
            <a:ext cx="10134998" cy="6731390"/>
          </a:xfrm>
        </p:spPr>
      </p:pic>
    </p:spTree>
    <p:extLst>
      <p:ext uri="{BB962C8B-B14F-4D97-AF65-F5344CB8AC3E}">
        <p14:creationId xmlns:p14="http://schemas.microsoft.com/office/powerpoint/2010/main" val="381281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C405-AFED-ACBA-EFFF-1377D241F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RECOMMENDATION</a:t>
            </a:r>
            <a:endParaRPr lang="en-NG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4A5BC-0692-C322-E75A-0D00242AC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Businesses should:</a:t>
            </a:r>
          </a:p>
          <a:p>
            <a:r>
              <a:rPr lang="en-US" dirty="0">
                <a:solidFill>
                  <a:schemeClr val="bg1"/>
                </a:solidFill>
              </a:rPr>
              <a:t>Strengthen their physical store experience</a:t>
            </a:r>
          </a:p>
          <a:p>
            <a:r>
              <a:rPr lang="en-US" dirty="0">
                <a:solidFill>
                  <a:schemeClr val="bg1"/>
                </a:solidFill>
              </a:rPr>
              <a:t>Increase digital marketing for youth</a:t>
            </a:r>
          </a:p>
          <a:p>
            <a:r>
              <a:rPr lang="en-US" dirty="0">
                <a:solidFill>
                  <a:schemeClr val="bg1"/>
                </a:solidFill>
              </a:rPr>
              <a:t>Maintain transfer payment option for conveniency</a:t>
            </a:r>
          </a:p>
          <a:p>
            <a:r>
              <a:rPr lang="en-US" dirty="0">
                <a:solidFill>
                  <a:schemeClr val="bg1"/>
                </a:solidFill>
              </a:rPr>
              <a:t>Use influencer marketing for female audience.</a:t>
            </a:r>
            <a:endParaRPr lang="en-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815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331B-05F5-43A4-E06B-057348C5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CONCLUSION</a:t>
            </a:r>
            <a:endParaRPr lang="en-NG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F864A-A142-D54C-FFA7-40DB3B588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 project reveals that Nigerian consumers prioritize necessity, convenience and trust when making purchase decisions, with physical store and bank transfers dominating preferences.</a:t>
            </a:r>
            <a:endParaRPr lang="en-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216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86</TotalTime>
  <Words>262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Circuit</vt:lpstr>
      <vt:lpstr>Understanding buying behavior of nigerians - 2025</vt:lpstr>
      <vt:lpstr>INTRODUCTION</vt:lpstr>
      <vt:lpstr>OBJECTIVES</vt:lpstr>
      <vt:lpstr>DATA COLLECTION</vt:lpstr>
      <vt:lpstr>DATA CLEARNING AND PREPARATION</vt:lpstr>
      <vt:lpstr>RESULTS &amp; KEY INSIGHTS</vt:lpstr>
      <vt:lpstr>PowerPoint Presentation</vt:lpstr>
      <vt:lpstr>RECOMMENDATION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Habiba Salman Jinaidu</dc:creator>
  <cp:lastModifiedBy>Habiba Salman Jinaidu</cp:lastModifiedBy>
  <cp:revision>4</cp:revision>
  <dcterms:created xsi:type="dcterms:W3CDTF">2025-11-08T06:32:27Z</dcterms:created>
  <dcterms:modified xsi:type="dcterms:W3CDTF">2025-11-08T09:48:20Z</dcterms:modified>
</cp:coreProperties>
</file>